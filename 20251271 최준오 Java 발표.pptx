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06"/>
    <p:restoredTop sz="94610"/>
  </p:normalViewPr>
  <p:slideViewPr>
    <p:cSldViewPr snapToGrid="0" snapToObjects="1">
      <p:cViewPr>
        <p:scale>
          <a:sx n="228" d="100"/>
          <a:sy n="228" d="100"/>
        </p:scale>
        <p:origin x="63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78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" y="1115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48073"/>
            <a:ext cx="4000500" cy="10972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007BFF"/>
                </a:solidFill>
              </a:rPr>
              <a:t>Java based
콘솔 다마고치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2859621"/>
            <a:ext cx="4000500" cy="33218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프로젝트 발표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71500" y="3263243"/>
            <a:ext cx="4000500" cy="33218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20251271 최준오</a:t>
            </a:r>
            <a:endParaRPr lang="en-US" sz="1704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988" y="1543050"/>
            <a:ext cx="1914525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332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85750"/>
            <a:ext cx="28575" cy="33218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285750"/>
            <a:ext cx="9144000" cy="33218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7BFF"/>
                </a:solidFill>
              </a:rPr>
              <a:t>프로그램 개요 및 구현 방법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794379" y="975122"/>
            <a:ext cx="3547570" cy="30003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프로그램 개요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94379" y="1418034"/>
            <a:ext cx="354757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BFF"/>
                </a:solidFill>
              </a:rPr>
              <a:t>목표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94379" y="1678781"/>
            <a:ext cx="35475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Java 콘솔 환경에서 펫 육성 시뮬레이션 구현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794379" y="1957388"/>
            <a:ext cx="354757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BFF"/>
                </a:solidFill>
              </a:rPr>
              <a:t>주요 기능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94379" y="2218134"/>
            <a:ext cx="35475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펫 생성/선택 및 상태(배고픔, 행복, 에너지, 청결) 관리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794379" y="2496741"/>
            <a:ext cx="35475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상호작용 (먹이, 수면, 씻기, 특수 행동)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794379" y="2775347"/>
            <a:ext cx="35475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게임 데이터 저장 및 로드 (CSV 파일 기반)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794879" y="975122"/>
            <a:ext cx="3554713" cy="30003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구현 방법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4794879" y="1418034"/>
            <a:ext cx="35547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BFF"/>
                </a:solidFill>
              </a:rPr>
              <a:t>객체 지향 설계 (OOP)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794879" y="1678781"/>
            <a:ext cx="35547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`Pet` 추상 클래스 상속 및 `Trainable` 인터페이스 구현을 통한 다형성 활용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794879" y="2128838"/>
            <a:ext cx="35547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BFF"/>
                </a:solidFill>
              </a:rPr>
              <a:t>데이터 관리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794879" y="2389584"/>
            <a:ext cx="35547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`DataManager`를 이용한 CSV 파일 기반의 펫 데이터 저장 및 로드 (Java I/O)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794879" y="2839641"/>
            <a:ext cx="35547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BFF"/>
                </a:solidFill>
              </a:rPr>
              <a:t>예외 처리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794879" y="3100388"/>
            <a:ext cx="35547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`PetStatusException`을 통한 펫 상태 임계치 관리 및 안정적인 프로그램 운영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227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332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85750"/>
            <a:ext cx="28575" cy="33218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285750"/>
            <a:ext cx="9144000" cy="33218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7BFF"/>
                </a:solidFill>
              </a:rPr>
              <a:t>클래스 구조 및 다이어그램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832247"/>
            <a:ext cx="3600450" cy="30003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사용 클래스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241227"/>
            <a:ext cx="195566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7BFF"/>
                </a:solidFill>
              </a:rPr>
              <a:t>Pet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7939" y="1251490"/>
            <a:ext cx="897682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(추상 클래스)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" y="1472673"/>
            <a:ext cx="987450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7BFF"/>
                </a:solidFill>
              </a:rPr>
              <a:t>Dog, Cat, Dragon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1704119"/>
            <a:ext cx="799899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7BFF"/>
                </a:solidFill>
              </a:rPr>
              <a:t>DataManager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1500" y="1935566"/>
            <a:ext cx="868828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7BFF"/>
                </a:solidFill>
              </a:rPr>
              <a:t>GameManager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" y="2167012"/>
            <a:ext cx="302968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7BFF"/>
                </a:solidFill>
              </a:rPr>
              <a:t>Main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500" y="2539547"/>
            <a:ext cx="3600450" cy="30003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사용 인터페이스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571500" y="2948527"/>
            <a:ext cx="549831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C107"/>
                </a:solidFill>
              </a:rPr>
              <a:t>Trainable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" y="3321062"/>
            <a:ext cx="3600450" cy="30003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사용자 정의 예외 클래스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571500" y="3730042"/>
            <a:ext cx="1136530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007B"/>
                </a:solidFill>
              </a:rPr>
              <a:t>PetStatusException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390" y="532241"/>
            <a:ext cx="5243736" cy="40861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056B7E83-9D05-B642-92FE-BB1CF7AEB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52359" cy="5143500"/>
          </a:xfrm>
          <a:prstGeom prst="rect">
            <a:avLst/>
          </a:prstGeom>
        </p:spPr>
      </p:pic>
      <p:pic>
        <p:nvPicPr>
          <p:cNvPr id="7" name="그림 6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B113F14A-9D1B-7249-8DDF-6B0040B68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359" y="0"/>
            <a:ext cx="38810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9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명함, 폰트이(가) 표시된 사진&#10;&#10;자동 생성된 설명">
            <a:extLst>
              <a:ext uri="{FF2B5EF4-FFF2-40B4-BE49-F238E27FC236}">
                <a16:creationId xmlns:a16="http://schemas.microsoft.com/office/drawing/2014/main" id="{E6CCA464-1A97-1340-A735-2031C26AB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1136650"/>
            <a:ext cx="83566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03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명함이(가) 표시된 사진&#10;&#10;자동 생성된 설명">
            <a:extLst>
              <a:ext uri="{FF2B5EF4-FFF2-40B4-BE49-F238E27FC236}">
                <a16:creationId xmlns:a16="http://schemas.microsoft.com/office/drawing/2014/main" id="{F17752D8-8FDC-A740-8127-1BD830350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1009650"/>
            <a:ext cx="69596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932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F16F078A-E8E7-6B41-BAA9-7F2671B3E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337" y="0"/>
            <a:ext cx="57433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31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837446D9-3886-C140-B641-D9BC8C8D2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101" y="0"/>
            <a:ext cx="591579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092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65233F20-1EB8-A447-9F95-D66999F2D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0"/>
            <a:ext cx="8223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346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C88DBF8B-080F-544E-8CD6-FF3DC72DA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1547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747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D0A37E03-5417-0043-80AD-4D6B0A8E2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740" y="0"/>
            <a:ext cx="488251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22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메뉴이(가) 표시된 사진&#10;&#10;자동 생성된 설명">
            <a:extLst>
              <a:ext uri="{FF2B5EF4-FFF2-40B4-BE49-F238E27FC236}">
                <a16:creationId xmlns:a16="http://schemas.microsoft.com/office/drawing/2014/main" id="{B1FD2628-0E69-8C42-BBD5-9C5CCF99E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17834" cy="5143500"/>
          </a:xfrm>
          <a:prstGeom prst="rect">
            <a:avLst/>
          </a:prstGeom>
        </p:spPr>
      </p:pic>
      <p:pic>
        <p:nvPicPr>
          <p:cNvPr id="5" name="그림 4" descr="텍스트, 메뉴, 스크린샷이(가) 표시된 사진&#10;&#10;자동 생성된 설명">
            <a:extLst>
              <a:ext uri="{FF2B5EF4-FFF2-40B4-BE49-F238E27FC236}">
                <a16:creationId xmlns:a16="http://schemas.microsoft.com/office/drawing/2014/main" id="{B23E6D09-8510-DA48-A6E4-2A52BBE8D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737" y="0"/>
            <a:ext cx="2766525" cy="5143500"/>
          </a:xfrm>
          <a:prstGeom prst="rect">
            <a:avLst/>
          </a:prstGeom>
        </p:spPr>
      </p:pic>
      <p:pic>
        <p:nvPicPr>
          <p:cNvPr id="7" name="그림 6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0A5BA489-5D0C-B240-BFE4-57B8D5F0B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720" y="0"/>
            <a:ext cx="32982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13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7D5D9D7F-BBDC-A745-B7D9-07CD48BC9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755650"/>
            <a:ext cx="70612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02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3141</TotalTime>
  <Words>152</Words>
  <Application>Microsoft Macintosh PowerPoint</Application>
  <PresentationFormat>화면 슬라이드 쇼(16:9)</PresentationFormat>
  <Paragraphs>33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최준오</cp:lastModifiedBy>
  <cp:revision>3</cp:revision>
  <dcterms:created xsi:type="dcterms:W3CDTF">2025-12-08T06:20:36Z</dcterms:created>
  <dcterms:modified xsi:type="dcterms:W3CDTF">2025-12-11T05:00:14Z</dcterms:modified>
</cp:coreProperties>
</file>